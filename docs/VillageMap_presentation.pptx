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7" autoAdjust="0"/>
    <p:restoredTop sz="94610"/>
  </p:normalViewPr>
  <p:slideViewPr>
    <p:cSldViewPr snapToGrid="0" snapToObjects="1">
      <p:cViewPr>
        <p:scale>
          <a:sx n="160" d="100"/>
          <a:sy n="160" d="100"/>
        </p:scale>
        <p:origin x="10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2392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scenic_landscape_at_golden_hour_sunset_w_batch_9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65836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VillageMap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13232" y="137160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5EFE3"/>
                </a:solidFill>
              </a:rPr>
              <a:t>Информационна система за туристически обекти в малки населени места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13232" y="18745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i="1" dirty="0">
                <a:solidFill>
                  <a:srgbClr val="F5EFE3"/>
                </a:solidFill>
              </a:rPr>
              <a:t>„Малките места крият големи истории.“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58368" y="4773168"/>
            <a:ext cx="5440680" cy="1316736"/>
          </a:xfrm>
          <a:prstGeom prst="roundRect">
            <a:avLst>
              <a:gd name="adj" fmla="val 5556"/>
            </a:avLst>
          </a:prstGeom>
          <a:solidFill>
            <a:srgbClr val="102018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490118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B89B"/>
                </a:solidFill>
              </a:rPr>
              <a:t>Група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47088" y="490118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VillageMap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847088" y="518464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FFFFF"/>
                </a:solidFill>
              </a:rPr>
              <a:t>Ръководител: Борис Николов, F123064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FFFFF"/>
                </a:solidFill>
              </a:rPr>
              <a:t>Участник: Стилиян Христов, F121650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FFFFF"/>
                </a:solidFill>
              </a:rPr>
              <a:t>Участник: Станислав Ханджийски, F121850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1847088" y="5769864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5EFE3"/>
                </a:solidFill>
              </a:rPr>
              <a:t>GitHub: github.com/D3GG/VillageMap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87552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EAEA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VillageMap · 1/9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realistic_landscape_scene_of_a_quiet_rural_batch_2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475488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Проблемът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58368" y="104241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8D1C2"/>
                </a:solidFill>
              </a:rPr>
              <a:t>Много села имат потенциал, но информацията често остава разпръсната.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77240" y="2057400"/>
            <a:ext cx="2880360" cy="960120"/>
          </a:xfrm>
          <a:prstGeom prst="roundRect">
            <a:avLst>
              <a:gd name="adj" fmla="val 7619"/>
            </a:avLst>
          </a:prstGeom>
          <a:solidFill>
            <a:srgbClr val="293A31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" y="2176272"/>
            <a:ext cx="2660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Слаба видимост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 туристически обекти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617720" y="2057400"/>
            <a:ext cx="2880360" cy="960120"/>
          </a:xfrm>
          <a:prstGeom prst="roundRect">
            <a:avLst>
              <a:gd name="adj" fmla="val 7619"/>
            </a:avLst>
          </a:prstGeom>
          <a:solidFill>
            <a:srgbClr val="293A31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27448" y="2176272"/>
            <a:ext cx="2660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Трудно планиране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 посещение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458200" y="2057400"/>
            <a:ext cx="2880360" cy="960120"/>
          </a:xfrm>
          <a:prstGeom prst="roundRect">
            <a:avLst>
              <a:gd name="adj" fmla="val 7619"/>
            </a:avLst>
          </a:prstGeom>
          <a:solidFill>
            <a:srgbClr val="293A31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67928" y="2176272"/>
            <a:ext cx="2660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Малко дигитална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структура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3000" y="5074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Идеята ни е да подредим местния туристически потенциал в ясна, лесна за използване система.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87552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EAEA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VillageMap · 2/9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landscape_and_ui_concept_scene_overall_a_p_batch_3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475488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Нашето решение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58368" y="104241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8D1C2"/>
                </a:solidFill>
              </a:rPr>
              <a:t>CLI приложение на C++ за управление на туристическа информация.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13232" y="1737360"/>
            <a:ext cx="4160520" cy="3429000"/>
          </a:xfrm>
          <a:prstGeom prst="roundRect">
            <a:avLst>
              <a:gd name="adj" fmla="val 2667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993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24"/>
                </a:solidFill>
              </a:rPr>
              <a:t>VillageMap позволява: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51560" y="2514600"/>
            <a:ext cx="342900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55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създаване и зареждане на населено място</a:t>
            </a:r>
            <a:endParaRPr lang="en-US" sz="1550" dirty="0"/>
          </a:p>
          <a:p>
            <a:r>
              <a:rPr lang="en-US" sz="155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добавяне на туристически обекти</a:t>
            </a:r>
            <a:endParaRPr lang="en-US" sz="1550" dirty="0"/>
          </a:p>
          <a:p>
            <a:r>
              <a:rPr lang="en-US" sz="155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търсене, филтриране и преглед</a:t>
            </a:r>
            <a:endParaRPr lang="en-US" sz="1550" dirty="0"/>
          </a:p>
          <a:p>
            <a:r>
              <a:rPr lang="en-US" sz="155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генериране на кратък отчет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05840" y="466344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E5A4E"/>
                </a:solidFill>
              </a:rPr>
              <a:t>Без база данни · локални .vmap файлове · чист C++ и STL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87552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EAEA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VillageMap · 3/9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softly_lit_collage_style_landscape_scene_w_batch_4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9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475488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Каква информация съхранява?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58368" y="104241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5EFE3"/>
                </a:solidFill>
              </a:rPr>
              <a:t>Едно населено място съдържа различни туристически обекти.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868680" y="187452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7F1E5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78408" y="1993392"/>
            <a:ext cx="2112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Забележителности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история, култура, природа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703320" y="187452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7F1E5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13048" y="1993392"/>
            <a:ext cx="2112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Екопътеки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дължина, трудност, време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537960" y="187452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7F1E5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47688" y="1993392"/>
            <a:ext cx="2112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Къщи за гости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капацитет, цена, паркинг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68680" y="3319272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7F1E5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8408" y="3438144"/>
            <a:ext cx="2112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Ресторанти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кухня, местни храни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703320" y="3319272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7F1E5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13048" y="3438144"/>
            <a:ext cx="2112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Фестивали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дата, тема, ежегодност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537960" y="3319272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7F1E5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47688" y="3438144"/>
            <a:ext cx="2112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Занаяти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тип занаят, демонстрации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987552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EAEA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VillageMap · 4/9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conceptual_technology_illu_batch_5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475488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ООП архитектура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58368" y="104241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8D1C2"/>
                </a:solidFill>
              </a:rPr>
              <a:t>Проектът е построен около абстрактния клас TouristObject.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080760" y="2606040"/>
            <a:ext cx="0" cy="914400"/>
          </a:xfrm>
          <a:prstGeom prst="line">
            <a:avLst/>
          </a:prstGeom>
          <a:noFill/>
          <a:ln w="15240">
            <a:solidFill>
              <a:srgbClr val="FFFFFF">
                <a:alpha val="6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6080760" y="2606040"/>
            <a:ext cx="0" cy="914400"/>
          </a:xfrm>
          <a:prstGeom prst="line">
            <a:avLst/>
          </a:prstGeom>
          <a:noFill/>
          <a:ln w="15240">
            <a:solidFill>
              <a:srgbClr val="FFFFFF">
                <a:alpha val="6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6080760" y="2606040"/>
            <a:ext cx="0" cy="914400"/>
          </a:xfrm>
          <a:prstGeom prst="line">
            <a:avLst/>
          </a:prstGeom>
          <a:noFill/>
          <a:ln w="15240">
            <a:solidFill>
              <a:srgbClr val="FFFFFF">
                <a:alpha val="6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6080760" y="2606040"/>
            <a:ext cx="1051560" cy="914400"/>
          </a:xfrm>
          <a:prstGeom prst="line">
            <a:avLst/>
          </a:prstGeom>
          <a:noFill/>
          <a:ln w="15240">
            <a:solidFill>
              <a:srgbClr val="FFFFFF">
                <a:alpha val="6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6080760" y="2606040"/>
            <a:ext cx="2971800" cy="914400"/>
          </a:xfrm>
          <a:prstGeom prst="line">
            <a:avLst/>
          </a:prstGeom>
          <a:noFill/>
          <a:ln w="15240">
            <a:solidFill>
              <a:srgbClr val="FFFFFF">
                <a:alpha val="6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080760" y="2606040"/>
            <a:ext cx="4892040" cy="914400"/>
          </a:xfrm>
          <a:prstGeom prst="line">
            <a:avLst/>
          </a:prstGeom>
          <a:noFill/>
          <a:ln w="15240">
            <a:solidFill>
              <a:srgbClr val="FFFFFF">
                <a:alpha val="6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572000" y="1691640"/>
            <a:ext cx="3017520" cy="868680"/>
          </a:xfrm>
          <a:prstGeom prst="roundRect">
            <a:avLst>
              <a:gd name="adj" fmla="val 8421"/>
            </a:avLst>
          </a:prstGeom>
          <a:solidFill>
            <a:srgbClr val="263B33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81728" y="1810512"/>
            <a:ext cx="27980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TouristObject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&lt;&lt;abstract&gt;&gt;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94360" y="352044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2E6D0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4088" y="3639312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Landmark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2514600" y="352044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2E6D0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24328" y="3639312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EcoPath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4434840" y="352044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2E6D0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44568" y="3639312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GuestHouse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355080" y="352044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2E6D0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64808" y="3639312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Restaurant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8275320" y="352044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2E6D0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85048" y="3639312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Festival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10195560" y="352044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2E6D0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305288" y="3639312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CraftWorkshop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1097280" y="5102352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102018">
              <a:alpha val="8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325880" y="5303520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Полиморфизъм: всички обекти се пазят и обработват през общ интерфейс.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87552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EAEA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VillageMap · 5/9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dark_tech_themed_background_scene_like_a_sty_batch_6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475488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Основен поток на работа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58368" y="104241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8D1C2"/>
                </a:solidFill>
              </a:rPr>
              <a:t>Потребителят започва в global режим и преминава към режим на населено място.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2359152" y="3044952"/>
            <a:ext cx="749808" cy="0"/>
          </a:xfrm>
          <a:prstGeom prst="line">
            <a:avLst/>
          </a:prstGeom>
          <a:noFill/>
          <a:ln w="22860">
            <a:solidFill>
              <a:srgbClr val="A7E0B3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4507992" y="3044952"/>
            <a:ext cx="749808" cy="0"/>
          </a:xfrm>
          <a:prstGeom prst="line">
            <a:avLst/>
          </a:prstGeom>
          <a:noFill/>
          <a:ln w="22860">
            <a:solidFill>
              <a:srgbClr val="A7E0B3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6656832" y="3044952"/>
            <a:ext cx="749808" cy="0"/>
          </a:xfrm>
          <a:prstGeom prst="line">
            <a:avLst/>
          </a:prstGeom>
          <a:noFill/>
          <a:ln w="22860">
            <a:solidFill>
              <a:srgbClr val="A7E0B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8805672" y="3044952"/>
            <a:ext cx="749808" cy="0"/>
          </a:xfrm>
          <a:prstGeom prst="line">
            <a:avLst/>
          </a:prstGeom>
          <a:noFill/>
          <a:ln w="22860">
            <a:solidFill>
              <a:srgbClr val="A7E0B3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713232" y="274320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18231F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862072"/>
            <a:ext cx="14264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стартиране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862072" y="274320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18231F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71800" y="2862072"/>
            <a:ext cx="14264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/ Load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.vmap файл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10912" y="274320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52745D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0640" y="2862072"/>
            <a:ext cx="14264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Settlement Mode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команди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159752" y="274320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18231F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69480" y="2862072"/>
            <a:ext cx="14264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/ Save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отчет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308592" y="274320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18231F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18320" y="2862072"/>
            <a:ext cx="14264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край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828800" y="42793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Примерни команди: add · list · show · search · filter · report · save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87552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EAEA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VillageMap · 6/9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arm_softly_lit_tidy_workspace_scene_wide_angl_batch_7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475488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Файлове и данни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58368" y="104241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5EFE3"/>
                </a:solidFill>
              </a:rPr>
              <a:t>Вместо база данни използваме прост текстов формат: .vmap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77240" y="1645920"/>
            <a:ext cx="47548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BDB4A2">
                <a:alpha val="6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18745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24"/>
                </a:solidFill>
              </a:rPr>
              <a:t>Примерен запис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2331720"/>
            <a:ext cx="416052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332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SETTLEMENT|Bozhentsi|Gabrovo|105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332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LANDMARK|1|Architectural Reserve|4.8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332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ECOPATH|2|Forest Trail|4.4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332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GUESTHOUSE|3|Guest House Kalina|4.7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6583680" y="182880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52745D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93408" y="1947672"/>
            <a:ext cx="16550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FileManager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зарежда и записва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052560" y="182880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52745D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62288" y="1947672"/>
            <a:ext cx="16550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Settlement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пази обектите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818120" y="315468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52745D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27848" y="3273552"/>
            <a:ext cx="16550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ReportGenerator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създава отчет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EAEA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VillageMap · 7/9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sunlit_realistic_photo_cg_style_village_s_batch_8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475488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Полза от проекта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58368" y="104241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8D1C2"/>
                </a:solidFill>
              </a:rPr>
              <a:t>VillageMap показва малките места като реални туристически дестинации.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822960" y="1938528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293A31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2057400"/>
            <a:ext cx="261518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Повече видимост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 местните обекти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663440" y="1938528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293A31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73168" y="2057400"/>
            <a:ext cx="261518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По-добра организация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 информацията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503920" y="1938528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293A31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13648" y="2057400"/>
            <a:ext cx="261518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Основа за бъдеща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уеб/мобилна версия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51560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Проектът е малък като реализация, но представя ясна идея с възможност за развитие.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87552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EAEA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VillageMap · 8/9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landscape_village_scene_at_golde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65836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Финален резултат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" y="126187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EFE3"/>
                </a:solidFill>
              </a:rPr>
              <a:t>готова C++ структура · документация · UML диаграми · GitHub репозитори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77240" y="2240280"/>
            <a:ext cx="4023360" cy="2057400"/>
          </a:xfrm>
          <a:prstGeom prst="roundRect">
            <a:avLst>
              <a:gd name="adj" fmla="val 3556"/>
            </a:avLst>
          </a:prstGeom>
          <a:solidFill>
            <a:srgbClr val="102018">
              <a:alpha val="8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3000" y="2587752"/>
            <a:ext cx="320040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и STL</a:t>
            </a:r>
            <a:endParaRPr lang="en-US" sz="1650" dirty="0"/>
          </a:p>
          <a:p>
            <a:r>
              <a:rPr lang="en-US" sz="1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ООП йерархия</a:t>
            </a:r>
            <a:endParaRPr lang="en-US" sz="1650" dirty="0"/>
          </a:p>
          <a:p>
            <a:r>
              <a:rPr lang="en-US" sz="1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локални .vmap файлове</a:t>
            </a:r>
            <a:endParaRPr lang="en-US" sz="1650" dirty="0"/>
          </a:p>
          <a:p>
            <a:r>
              <a:rPr lang="en-US" sz="1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 интерфейс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77240" y="507492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EFE3"/>
                </a:solidFill>
              </a:rPr>
              <a:t>github.com/D3GG/VillageMap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5532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</a:rPr>
              <a:t>„Малките места крият големи истории.“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87552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EAEA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VillageMap · 9/9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</Words>
  <Application>Microsoft Office PowerPoint</Application>
  <PresentationFormat>Widescreen</PresentationFormat>
  <Paragraphs>112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NBU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VillageMap</dc:title>
  <dc:subject>VillageMap presentation</dc:subject>
  <dc:creator>VillageMap Team</dc:creator>
  <cp:lastModifiedBy>Boris Nikolov</cp:lastModifiedBy>
  <cp:revision>2</cp:revision>
  <dcterms:created xsi:type="dcterms:W3CDTF">2026-06-02T20:26:47Z</dcterms:created>
  <dcterms:modified xsi:type="dcterms:W3CDTF">2026-06-02T20:54:18Z</dcterms:modified>
</cp:coreProperties>
</file>